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43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Infrastructure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2860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Boyesen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1005840" cy="3200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54480" y="3200400"/>
            <a:ext cx="1005840" cy="3200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5544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51760" y="3200400"/>
            <a:ext cx="1005840" cy="3200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65176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49040" y="3200400"/>
            <a:ext cx="1005840" cy="3200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74904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46320" y="3200400"/>
            <a:ext cx="1005840" cy="3200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84632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· Security · Automation ·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243B55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4864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scalable, highly available system using AWS best practices — load balancing, private networking, and monitoring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164592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645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68680" y="180136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65376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23774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472" y="28346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93392" y="1600200"/>
            <a:ext cx="164592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993392" y="1600200"/>
            <a:ext cx="1645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587752" y="180136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865376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66544" y="23774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066544" y="28346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LB (ALB)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12464" y="1600200"/>
            <a:ext cx="164592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3712464" y="1600200"/>
            <a:ext cx="164592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306824" y="180136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865376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85616" y="23774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785616" y="28346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ASG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31536" y="1600200"/>
            <a:ext cx="164592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5431536" y="1600200"/>
            <a:ext cx="1645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6025896" y="180136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86537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04688" y="23774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504688" y="28346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arch.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150608" y="1600200"/>
            <a:ext cx="164592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7150608" y="1600200"/>
            <a:ext cx="1645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8"/>
          <p:cNvSpPr/>
          <p:nvPr/>
        </p:nvSpPr>
        <p:spPr>
          <a:xfrm>
            <a:off x="7744968" y="180136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76" y="1865376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23774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223760" y="28346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 · Managed with Terraform · Automated via 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4480560"/>
            <a:ext cx="137160" cy="137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13232" y="44531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enters via ALB, distributed across EC2 instances in Auto Scaling Group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36592"/>
            <a:ext cx="137160" cy="137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 private subnets — no direct public access · NAT Gateway for outbound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594360"/>
          </a:xfrm>
          <a:prstGeom prst="rect">
            <a:avLst/>
          </a:prstGeom>
          <a:solidFill>
            <a:srgbClr val="243B5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2286000" cy="594360"/>
          </a:xfrm>
          <a:prstGeom prst="rect">
            <a:avLst/>
          </a:prstGeom>
          <a:solidFill>
            <a:srgbClr val="243B55"/>
          </a:solidFill>
          <a:ln w="1524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08760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2560320" cy="594360"/>
          </a:xfrm>
          <a:prstGeom prst="rect">
            <a:avLst/>
          </a:prstGeom>
          <a:solidFill>
            <a:srgbClr val="243B55"/>
          </a:solidFill>
          <a:ln w="1524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241401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(ALB→EC2 port 3000)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29626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2286000" cy="594360"/>
          </a:xfrm>
          <a:prstGeom prst="rect">
            <a:avLst/>
          </a:prstGeom>
          <a:solidFill>
            <a:srgbClr val="243B55"/>
          </a:solidFill>
          <a:ln w="15240">
            <a:solidFill>
              <a:srgbClr val="00C4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32095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(Private Subnet)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37581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48C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005072"/>
            <a:ext cx="2103120" cy="594360"/>
          </a:xfrm>
          <a:prstGeom prst="rect">
            <a:avLst/>
          </a:prstGeom>
          <a:solidFill>
            <a:srgbClr val="243B5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(Outbound Only)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777240"/>
            <a:ext cx="2651760" cy="18745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474720" y="7772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39312" y="8869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39312" y="1207008"/>
            <a:ext cx="23225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public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not internet-exposed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external threats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788920"/>
            <a:ext cx="2651760" cy="1014984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74720" y="2788920"/>
            <a:ext cx="26517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39312" y="28986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39312" y="3233999"/>
            <a:ext cx="2322576" cy="52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→ EC2 port 3000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inbound rules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777240"/>
            <a:ext cx="2651760" cy="18745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09360" y="77724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73952" y="8869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1207008"/>
            <a:ext cx="23225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for EC2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exposure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&amp; dependencies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788920"/>
            <a:ext cx="2651760" cy="1014984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309360" y="2788920"/>
            <a:ext cx="26517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473952" y="28986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73952" y="3218688"/>
            <a:ext cx="23225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ALB (public)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→ EC2 (private)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NAT (egress only)</a:t>
            </a:r>
            <a:endParaRPr lang="en-US" sz="1000" dirty="0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208F56DE-4F0D-6D0B-94EB-F16030E2CFF3}"/>
              </a:ext>
            </a:extLst>
          </p:cNvPr>
          <p:cNvSpPr/>
          <p:nvPr/>
        </p:nvSpPr>
        <p:spPr>
          <a:xfrm>
            <a:off x="3474720" y="3895344"/>
            <a:ext cx="2651760" cy="1014984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52624AE-38C8-7BF3-E30B-0C17811D98BA}"/>
              </a:ext>
            </a:extLst>
          </p:cNvPr>
          <p:cNvSpPr/>
          <p:nvPr/>
        </p:nvSpPr>
        <p:spPr>
          <a:xfrm>
            <a:off x="3639312" y="39410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34BB14BA-E5C9-398A-5710-A329C040A3CF}"/>
              </a:ext>
            </a:extLst>
          </p:cNvPr>
          <p:cNvSpPr/>
          <p:nvPr/>
        </p:nvSpPr>
        <p:spPr>
          <a:xfrm>
            <a:off x="3639312" y="4205319"/>
            <a:ext cx="23225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roles and groups used to enforce least privilege access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· Terraform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41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+ compute modules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5720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patterns across envs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072384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720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config, no drift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877056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57200" y="3877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for consistency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749808"/>
            <a:ext cx="4572000" cy="4114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868680"/>
            <a:ext cx="4297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· GitHub Actions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3840480"/>
            <a:ext cx="2697480" cy="109728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74320" y="384048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11480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42245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runs terraform plan — changes previewed before merge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3840480"/>
            <a:ext cx="2697480" cy="109728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172968" y="384048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310128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Deployments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10128" y="42245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only on main — no accidental infrastructure changes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71616" y="3840480"/>
            <a:ext cx="2697480" cy="109728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071616" y="3840480"/>
            <a:ext cx="269748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208776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08776" y="42245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tracked via Git commits and GitHub Actions logs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933D53-403F-41B1-083B-6F2719661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" y="694944"/>
            <a:ext cx="9116568" cy="3060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Node.js HTTP Server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41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1280160" cy="347472"/>
          </a:xfrm>
          <a:prstGeom prst="rect">
            <a:avLst/>
          </a:prstGeom>
          <a:solidFill>
            <a:srgbClr val="1A2E45"/>
          </a:solidFill>
          <a:ln w="635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74320" y="1417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627632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(v16)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1280160" cy="347472"/>
          </a:xfrm>
          <a:prstGeom prst="rect">
            <a:avLst/>
          </a:prstGeom>
          <a:solidFill>
            <a:srgbClr val="1A2E45"/>
          </a:solidFill>
          <a:ln w="635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7432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627632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423160"/>
            <a:ext cx="1280160" cy="347472"/>
          </a:xfrm>
          <a:prstGeom prst="rect">
            <a:avLst/>
          </a:prstGeom>
          <a:solidFill>
            <a:srgbClr val="1A2E45"/>
          </a:solidFill>
          <a:ln w="635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7432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27632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926080"/>
            <a:ext cx="1280160" cy="347472"/>
          </a:xfrm>
          <a:prstGeom prst="rect">
            <a:avLst/>
          </a:prstGeom>
          <a:solidFill>
            <a:srgbClr val="1A2E45"/>
          </a:solidFill>
          <a:ln w="635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7432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627632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User Data script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777240"/>
            <a:ext cx="4297680" cy="402336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754880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1325880"/>
            <a:ext cx="3931920" cy="1371600"/>
          </a:xfrm>
          <a:prstGeom prst="rect">
            <a:avLst/>
          </a:prstGeom>
          <a:solidFill>
            <a:srgbClr val="0F1B2D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846320" y="1399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4632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instance metadata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instance_id, hostname, timestamp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54880" y="2331720"/>
            <a:ext cx="3931920" cy="36576"/>
          </a:xfrm>
          <a:prstGeom prst="rect">
            <a:avLst/>
          </a:prstGeom>
          <a:solidFill>
            <a:srgbClr val="2E4A6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84632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Demonstrates load balancing — instance_id changes on refresh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2880360"/>
            <a:ext cx="3931920" cy="1371600"/>
          </a:xfrm>
          <a:prstGeom prst="rect">
            <a:avLst/>
          </a:prstGeom>
          <a:solidFill>
            <a:srgbClr val="0F1B2D"/>
          </a:solidFill>
          <a:ln w="1524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84632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46320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Health Check endpoint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46320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Returns: { status: 'ok' }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54880" y="3886200"/>
            <a:ext cx="3931920" cy="36576"/>
          </a:xfrm>
          <a:prstGeom prst="rect">
            <a:avLst/>
          </a:prstGeom>
          <a:solidFill>
            <a:srgbClr val="2E4A6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84632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Required for ALB to route traffic to the instance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Load Balancing in 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refresh returns a DIFFERENT instance_id — proving traffic is distributed across multiple EC2 instances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548640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54864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58368" y="168249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59536" y="168249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920240"/>
            <a:ext cx="5394960" cy="2788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89320" y="162763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9893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16276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hits the ALB endpoint in browser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2231136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98932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6520" y="22311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distributes using round-robin to EC2 instances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347472" cy="34747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9893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its own instance metadata as JSON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3438144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9893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46520" y="3438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routes to a DIFFERENT instance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89320" y="4041648"/>
            <a:ext cx="347472" cy="34747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98932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0416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instance_id changes — load balancing confirmed!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 · CloudWatch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60604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95528"/>
            <a:ext cx="850392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493008"/>
            <a:ext cx="2011680" cy="1417320"/>
          </a:xfrm>
          <a:prstGeom prst="rect">
            <a:avLst/>
          </a:prstGeom>
          <a:solidFill>
            <a:srgbClr val="243B55"/>
          </a:solidFill>
          <a:ln w="1016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274320" y="3493008"/>
            <a:ext cx="201168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84048" y="35661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High CPU Alert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" y="39319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80% for 5 min → scale needed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41448" y="3493008"/>
            <a:ext cx="2011680" cy="141732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441448" y="3493008"/>
            <a:ext cx="20116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551176" y="35661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Unhealthy Instances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51176" y="39319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host count &lt; 2 → app crash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08576" y="3493008"/>
            <a:ext cx="2011680" cy="141732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608576" y="3493008"/>
            <a:ext cx="20116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18304" y="35661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High Latency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18304" y="39319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&gt; 1s → perf degradation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75704" y="3493008"/>
            <a:ext cx="2011680" cy="14173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775704" y="3493008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885432" y="35661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Request Count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85432" y="39319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traffic spikes across instances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97480" cy="128016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697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545336"/>
            <a:ext cx="2697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Type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(×3 instances)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697480" cy="128016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72968" y="777240"/>
            <a:ext cx="2697480" cy="4572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72968" y="86868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72968" y="1545336"/>
            <a:ext cx="2697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 running)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777240"/>
            <a:ext cx="2697480" cy="128016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7772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71616" y="86868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71616" y="1545336"/>
            <a:ext cx="26974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month running)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269748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269748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38912" y="23042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624328"/>
            <a:ext cx="236829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 instances (lowest cost)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scaling — no over-provisioning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infra when not in use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reserved instances for dev env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194560"/>
            <a:ext cx="269748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72968" y="219456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37560" y="23042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Considered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624328"/>
            <a:ext cx="236829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vs. higher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cost vs. security benefit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scaling vs. dynamic (less flexible)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 limits under heavy load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194560"/>
            <a:ext cx="2697480" cy="2560320"/>
          </a:xfrm>
          <a:prstGeom prst="rect">
            <a:avLst/>
          </a:prstGeom>
          <a:solidFill>
            <a:srgbClr val="243B55"/>
          </a:solidFill>
          <a:ln w="6350">
            <a:solidFill>
              <a:srgbClr val="2E4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19456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36208" y="23042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624328"/>
            <a:ext cx="236829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required for private subnets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justified by security posture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as cheaper alternative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AWS pricing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261872"/>
          </a:xfrm>
          <a:prstGeom prst="rect">
            <a:avLst/>
          </a:prstGeom>
          <a:solidFill>
            <a:srgbClr val="243B55"/>
          </a:solidFill>
          <a:ln w="1016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73152" cy="12618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Installation Failure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44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Incompatibility with Amazon Linux default repo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960120"/>
            <a:ext cx="45720" cy="896112"/>
          </a:xfrm>
          <a:prstGeom prst="rect">
            <a:avLst/>
          </a:prstGeom>
          <a:solidFill>
            <a:srgbClr val="2E4A6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34840" y="868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097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Node.js v16 via NodeSource repository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8595360" cy="1261872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73152" cy="12618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2258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Startup Timing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7340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App not ready before health checks began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350008"/>
            <a:ext cx="45720" cy="896112"/>
          </a:xfrm>
          <a:prstGeom prst="rect">
            <a:avLst/>
          </a:prstGeom>
          <a:solidFill>
            <a:srgbClr val="2E4A6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34840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4840" y="24871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sleep &amp; proper startup order in user data script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8595360" cy="1261872"/>
          </a:xfrm>
          <a:prstGeom prst="rect">
            <a:avLst/>
          </a:prstGeom>
          <a:solidFill>
            <a:srgbClr val="243B55"/>
          </a:solidFill>
          <a:ln w="1016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73152" cy="12618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02920" y="3648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Targets / 502 Errors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1239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App not listening on port before ALB health checks ran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739896"/>
            <a:ext cx="45720" cy="896112"/>
          </a:xfrm>
          <a:prstGeom prst="rect">
            <a:avLst/>
          </a:prstGeom>
          <a:solidFill>
            <a:srgbClr val="2E4A65"/>
          </a:solidFill>
          <a:ln w="12700">
            <a:solidFill>
              <a:srgbClr val="2E4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434840" y="3648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34840" y="387705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port binding and startup sequence; validated with CloudWatch logs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243B55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24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60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with Logs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and EC2 system logs were essential for diagnosing startup and health check failures.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709160" y="777240"/>
            <a:ext cx="41148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92040" y="96012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0241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960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vs App Issues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clearly separate infrastructure problems (Terraform, networking) from application issues (Node.js, ports).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2724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Complexity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35935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Simple-looking deployments have many failure points — startup timing, port binding, health checks, security groups.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4114800" cy="1920240"/>
          </a:xfrm>
          <a:prstGeom prst="rect">
            <a:avLst/>
          </a:prstGeom>
          <a:solidFill>
            <a:srgbClr val="243B55"/>
          </a:solidFill>
          <a:ln w="1016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12724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78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Design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92040" y="35935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subnets, ALB, ASG, NAT Gateway — understanding how these work together in a production-like setup.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243B55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274320" y="4572000"/>
            <a:ext cx="54864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helped me understand how to debug real systems and design reliable cloud infrastructure."  — Theo Boyesen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802</Words>
  <Application>Microsoft Office PowerPoint</Application>
  <PresentationFormat>On-screen Show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Infrastructure Capstone Project</dc:title>
  <dc:subject>PptxGenJS Presentation</dc:subject>
  <dc:creator>Theo Boyesen</dc:creator>
  <cp:lastModifiedBy>Theo Boyesen</cp:lastModifiedBy>
  <cp:revision>2</cp:revision>
  <dcterms:created xsi:type="dcterms:W3CDTF">2026-04-02T14:32:23Z</dcterms:created>
  <dcterms:modified xsi:type="dcterms:W3CDTF">2026-04-02T16:56:52Z</dcterms:modified>
</cp:coreProperties>
</file>